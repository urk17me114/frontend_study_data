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9808-6B71-3577-AA98-BB87182A9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A4B58-71E9-6287-2794-EA493C565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8CDB3-C772-B0DF-7A20-033BB26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3BDC-F577-6253-1D06-7A07FF3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1B050-10C9-5919-4877-E3EFE6F6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3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605B4-BBAA-702B-F02E-977D13D6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DF9F6-A81E-0E7B-1F1B-16BD5DB81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E93C2-3516-7B71-5388-166DBCAA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80ACA-7717-58BD-F30F-98189F7A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E6405-F9C0-8BB4-CDD0-792506B4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7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1E36-0387-E1B1-166F-E6137D96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CF3DF-CF37-99EB-11C9-5A65629B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1CA5A-83B5-5038-B09E-5AC10D25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FB7C7-87B1-BD4A-75CE-DB054AE9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DBACB-14C0-9A40-B54A-E4684AF2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D542-0FBA-C08F-1E4C-0AA23366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24624-CFE6-C93A-DDA7-3283B9F82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A57B7-9EA6-8FBD-1057-8ADA8CB17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E1F6A-1A29-6E25-A8D5-0F0AB02C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46812-1989-C951-A9E0-BFF528FC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61EE-D83C-B735-8C15-35B1EBCF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8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D166-BFC4-FD39-96A0-84A18C44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C4DE-0DB0-F219-6E8B-3B207F6DB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1D1EE-77FD-9E91-7B29-A7E85D5C4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54072-45F3-6969-636A-4BEB7EB59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3861E-3E4A-30F0-FE1E-6F5D28651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D74EF-8623-F765-F423-2BEEA712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B7F1B-2022-162C-C353-CD06E0F0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9A777-2244-B867-9AA6-05CE8F5F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11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FB89-F54A-5437-3AA2-E4ED4D28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307F3-F09F-8E56-1903-F59DA965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7A3B1-ECEB-1452-5C9C-4701B9AF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EB43B-2B48-BFF1-A988-E7B2FE39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45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2350F-B949-7DE2-AC95-C0A3A2D7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1D140-87EB-2E7A-CD85-8F8C722A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8A5E1-1301-67C8-82A2-C6EE0234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1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9F104-7508-3414-36F7-AA807427F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21C4A-1973-281D-DBD1-9D823FCFE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A67D5-16A6-A155-2F6E-B2A5E793C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BC927-574A-E9BD-8003-DEEFD8E2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D53F4-A14C-1162-2E3C-90311DB9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4528D-6659-0FD0-28A6-0AA233EC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76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634B-9E8A-A649-62EF-FAA8DE58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63C96-CF5E-F3A6-BB19-E2ACB38DD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8F9D8-A1A1-70F2-3D46-CEF1D577A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9ABD0-33C6-7D6B-6A1A-68A34BB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41B2-9204-121C-EE2E-1C81DC8C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4D098-B123-32D9-65F8-D6A2B4C4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83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5E88-48CE-B78E-3185-3A35B29F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42E4A-00CC-2CB5-F48F-C47480BE5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2F2FE-5770-60E2-7A53-B379B796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29673-A917-C8B7-C58A-98B88ADF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0A26-DA06-656F-D89E-20F7167B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7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3BFA2-77D5-F315-27EB-673FAD620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5C20D-E986-74BA-23E5-F7A20D31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B5EA3-CCCA-7FCA-C9A3-E5110293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889EC-FB63-4751-817E-CDD324F6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30EDE-B64A-CE0C-9656-CD2085B8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B428E-89F3-2EF4-7D34-D5B55AA2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E08F-0C02-F7E0-187D-C949356F6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759C-890A-0874-5E18-79B07CCA6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7B9D6-B1DD-42FC-8CF6-CEEED335747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23657-D285-C717-C81D-DB7C7D7AF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020C2-D880-892C-92D6-7EF39A10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69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TtPXvEcE11E&amp;t=22199s" TargetMode="External"/><Relationship Id="rId3" Type="http://schemas.openxmlformats.org/officeDocument/2006/relationships/hyperlink" Target="https://www.youtube.com/watch?v=TtPXvEcE11E&amp;t=2416s" TargetMode="External"/><Relationship Id="rId7" Type="http://schemas.openxmlformats.org/officeDocument/2006/relationships/hyperlink" Target="https://www.youtube.com/watch?v=TtPXvEcE11E&amp;t=17969s" TargetMode="External"/><Relationship Id="rId2" Type="http://schemas.openxmlformats.org/officeDocument/2006/relationships/hyperlink" Target="https://www.youtube.com/watch?v=TtPXvEcE11E&amp;t=80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TtPXvEcE11E&amp;t=13729s" TargetMode="External"/><Relationship Id="rId5" Type="http://schemas.openxmlformats.org/officeDocument/2006/relationships/hyperlink" Target="https://www.youtube.com/watch?v=TtPXvEcE11E&amp;t=9761s" TargetMode="External"/><Relationship Id="rId4" Type="http://schemas.openxmlformats.org/officeDocument/2006/relationships/hyperlink" Target="https://www.youtube.com/watch?v=TtPXvEcE11E&amp;t=5809s" TargetMode="External"/><Relationship Id="rId9" Type="http://schemas.openxmlformats.org/officeDocument/2006/relationships/hyperlink" Target="https://www.youtube.com/watch?v=TtPXvEcE11E&amp;t=28858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tPXvEcE11E&amp;t=35431s" TargetMode="External"/><Relationship Id="rId7" Type="http://schemas.openxmlformats.org/officeDocument/2006/relationships/hyperlink" Target="https://www.youtube.com/watch?v=TtPXvEcE11E&amp;t=41469s" TargetMode="External"/><Relationship Id="rId2" Type="http://schemas.openxmlformats.org/officeDocument/2006/relationships/hyperlink" Target="https://www.youtube.com/watch?v=TtPXvEcE11E&amp;t=31810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TtPXvEcE11E&amp;t=41052s" TargetMode="External"/><Relationship Id="rId5" Type="http://schemas.openxmlformats.org/officeDocument/2006/relationships/hyperlink" Target="https://www.youtube.com/watch?v=TtPXvEcE11E&amp;t=39013s" TargetMode="External"/><Relationship Id="rId4" Type="http://schemas.openxmlformats.org/officeDocument/2006/relationships/hyperlink" Target="https://www.youtube.com/watch?v=TtPXvEcE11E&amp;t=38466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D774-AD0D-7B1E-0EB1-FC73B4718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891" y="431898"/>
            <a:ext cx="6920204" cy="641123"/>
          </a:xfrm>
        </p:spPr>
        <p:txBody>
          <a:bodyPr>
            <a:normAutofit fontScale="90000"/>
          </a:bodyPr>
          <a:lstStyle/>
          <a:p>
            <a:r>
              <a:rPr lang="en-IN" dirty="0"/>
              <a:t>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8468D-B2E7-5F2B-C71B-A27D6DA5C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38334"/>
            <a:ext cx="9234196" cy="5287767"/>
          </a:xfrm>
        </p:spPr>
        <p:txBody>
          <a:bodyPr>
            <a:normAutofit/>
          </a:bodyPr>
          <a:lstStyle/>
          <a:p>
            <a:r>
              <a:rPr lang="en-US" dirty="0"/>
              <a:t>Intro </a:t>
            </a:r>
            <a:r>
              <a:rPr lang="en-US" dirty="0">
                <a:hlinkClick r:id="rId2"/>
              </a:rPr>
              <a:t>1:20</a:t>
            </a:r>
            <a:r>
              <a:rPr lang="en-US" dirty="0"/>
              <a:t> </a:t>
            </a:r>
          </a:p>
          <a:p>
            <a:r>
              <a:rPr lang="en-US" dirty="0"/>
              <a:t>React Basics, JSX </a:t>
            </a:r>
            <a:r>
              <a:rPr lang="en-US" dirty="0">
                <a:hlinkClick r:id="rId3"/>
              </a:rPr>
              <a:t>40:16</a:t>
            </a:r>
            <a:r>
              <a:rPr lang="en-US" dirty="0"/>
              <a:t> </a:t>
            </a:r>
          </a:p>
          <a:p>
            <a:r>
              <a:rPr lang="en-US" dirty="0"/>
              <a:t> Components, Props, Start the Chatbot Project </a:t>
            </a:r>
            <a:r>
              <a:rPr lang="en-US" dirty="0">
                <a:hlinkClick r:id="rId4"/>
              </a:rPr>
              <a:t>1:36:49</a:t>
            </a:r>
            <a:r>
              <a:rPr lang="en-US" dirty="0"/>
              <a:t> </a:t>
            </a:r>
          </a:p>
          <a:p>
            <a:r>
              <a:rPr lang="en-US" dirty="0"/>
              <a:t>State, Event Handlers, Chatbot Project Features </a:t>
            </a:r>
            <a:r>
              <a:rPr lang="en-US" dirty="0">
                <a:hlinkClick r:id="rId5"/>
              </a:rPr>
              <a:t>2:42:41</a:t>
            </a:r>
            <a:r>
              <a:rPr lang="en-US" dirty="0"/>
              <a:t> </a:t>
            </a:r>
          </a:p>
          <a:p>
            <a:r>
              <a:rPr lang="en-US" dirty="0"/>
              <a:t>CSS with React, Hooks, Finish Chatbot Project </a:t>
            </a:r>
            <a:r>
              <a:rPr lang="en-US" dirty="0">
                <a:hlinkClick r:id="rId6"/>
              </a:rPr>
              <a:t>3:48:49</a:t>
            </a:r>
            <a:r>
              <a:rPr lang="en-US" dirty="0"/>
              <a:t> </a:t>
            </a:r>
          </a:p>
          <a:p>
            <a:r>
              <a:rPr lang="en-US" dirty="0"/>
              <a:t>Proper React Setup with Vite </a:t>
            </a:r>
            <a:r>
              <a:rPr lang="en-US" dirty="0">
                <a:hlinkClick r:id="rId7"/>
              </a:rPr>
              <a:t>4:59:29</a:t>
            </a:r>
            <a:r>
              <a:rPr lang="en-US" dirty="0"/>
              <a:t> </a:t>
            </a:r>
          </a:p>
          <a:p>
            <a:r>
              <a:rPr lang="en-US" dirty="0"/>
              <a:t>React Router, Git, Start the Ecommerce Project </a:t>
            </a:r>
            <a:r>
              <a:rPr lang="en-US" dirty="0">
                <a:hlinkClick r:id="rId8"/>
              </a:rPr>
              <a:t>6:09:59</a:t>
            </a:r>
            <a:r>
              <a:rPr lang="en-US" dirty="0"/>
              <a:t> </a:t>
            </a:r>
          </a:p>
          <a:p>
            <a:r>
              <a:rPr lang="en-US" dirty="0"/>
              <a:t>React with Backend, Data Fetching, Load Ecommerce Project Data </a:t>
            </a:r>
            <a:r>
              <a:rPr lang="en-US" dirty="0">
                <a:hlinkClick r:id="rId9"/>
              </a:rPr>
              <a:t>8:00:58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70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0277-E069-0AF8-83EF-03182EF4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5205-683F-5A0D-A94B-55F4F4D20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Data Mutation, Update Ecommerce Project Data </a:t>
            </a:r>
            <a:r>
              <a:rPr lang="en-US" dirty="0">
                <a:hlinkClick r:id="rId2"/>
              </a:rPr>
              <a:t>8:50:10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Automated Tests in React with </a:t>
            </a:r>
            <a:r>
              <a:rPr lang="en-US" dirty="0" err="1"/>
              <a:t>Vitest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9:50:31</a:t>
            </a:r>
            <a:r>
              <a:rPr lang="en-US" dirty="0"/>
              <a:t> </a:t>
            </a:r>
          </a:p>
          <a:p>
            <a:pPr lvl="1" algn="ctr"/>
            <a:r>
              <a:rPr lang="en-US" dirty="0"/>
              <a:t>Deploy React to the Internet, Intro to AWS </a:t>
            </a:r>
            <a:r>
              <a:rPr lang="en-US" dirty="0">
                <a:hlinkClick r:id="rId4"/>
              </a:rPr>
              <a:t>10:41:06</a:t>
            </a:r>
            <a:endParaRPr lang="en-US" dirty="0"/>
          </a:p>
          <a:p>
            <a:pPr algn="ctr"/>
            <a:r>
              <a:rPr lang="en-US" dirty="0"/>
              <a:t> React 19 Updates </a:t>
            </a:r>
            <a:r>
              <a:rPr lang="en-US" dirty="0">
                <a:hlinkClick r:id="rId5"/>
              </a:rPr>
              <a:t>10:50:13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TypeScript with React </a:t>
            </a:r>
            <a:r>
              <a:rPr lang="en-US" dirty="0">
                <a:hlinkClick r:id="rId6"/>
              </a:rPr>
              <a:t>11:24:12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AI with React </a:t>
            </a:r>
            <a:r>
              <a:rPr lang="en-US" dirty="0">
                <a:hlinkClick r:id="rId7"/>
              </a:rPr>
              <a:t>11:31:09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Conclusion and Next Steps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50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947B-62DF-7ABA-6EA7-FBA53ECC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6" y="365126"/>
            <a:ext cx="10355424" cy="50262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ROADMAP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00C99C7-8836-8760-ACD0-3388E97FD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224141"/>
              </p:ext>
            </p:extLst>
          </p:nvPr>
        </p:nvGraphicFramePr>
        <p:xfrm>
          <a:off x="2453952" y="867748"/>
          <a:ext cx="8665029" cy="54490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8405">
                  <a:extLst>
                    <a:ext uri="{9D8B030D-6E8A-4147-A177-3AD203B41FA5}">
                      <a16:colId xmlns:a16="http://schemas.microsoft.com/office/drawing/2014/main" val="3506254319"/>
                    </a:ext>
                  </a:extLst>
                </a:gridCol>
                <a:gridCol w="1453312">
                  <a:extLst>
                    <a:ext uri="{9D8B030D-6E8A-4147-A177-3AD203B41FA5}">
                      <a16:colId xmlns:a16="http://schemas.microsoft.com/office/drawing/2014/main" val="682407492"/>
                    </a:ext>
                  </a:extLst>
                </a:gridCol>
                <a:gridCol w="1453312">
                  <a:extLst>
                    <a:ext uri="{9D8B030D-6E8A-4147-A177-3AD203B41FA5}">
                      <a16:colId xmlns:a16="http://schemas.microsoft.com/office/drawing/2014/main" val="3977183951"/>
                    </a:ext>
                  </a:extLst>
                </a:gridCol>
              </a:tblGrid>
              <a:tr h="3567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Contents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Date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Status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77448307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Intro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08/01</a:t>
                      </a:r>
                    </a:p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664685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React Basics  JSX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54126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84728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0510447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r>
                        <a:rPr lang="en-US" sz="1400" dirty="0"/>
                        <a:t>Components, Props, Start the Chatbot Project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09/01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70809323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r>
                        <a:rPr lang="en-US" sz="1400" dirty="0"/>
                        <a:t>State, Event Handlers, Chatbot Project Features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713220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843179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r>
                        <a:rPr lang="en-US" sz="1400" dirty="0"/>
                        <a:t>State, Event Handlers, Chatbot Project Features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7765333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535591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8303809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r>
                        <a:rPr lang="en-US" sz="1400" dirty="0"/>
                        <a:t>State, Event Handlers, Chatbot Project Features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152709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CSS with React, Hooks, Finish Chatbot Project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313207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374994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CSS with React, Hooks, Finish Chatbot Project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1851932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453119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2341790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Proper React Setup with Vite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75127061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01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73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2EEF08-61A5-CBE1-8865-21AC150BC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453235"/>
              </p:ext>
            </p:extLst>
          </p:nvPr>
        </p:nvGraphicFramePr>
        <p:xfrm>
          <a:off x="2127380" y="140970"/>
          <a:ext cx="9004041" cy="65609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3699">
                  <a:extLst>
                    <a:ext uri="{9D8B030D-6E8A-4147-A177-3AD203B41FA5}">
                      <a16:colId xmlns:a16="http://schemas.microsoft.com/office/drawing/2014/main" val="3967694218"/>
                    </a:ext>
                  </a:extLst>
                </a:gridCol>
                <a:gridCol w="1510171">
                  <a:extLst>
                    <a:ext uri="{9D8B030D-6E8A-4147-A177-3AD203B41FA5}">
                      <a16:colId xmlns:a16="http://schemas.microsoft.com/office/drawing/2014/main" val="2788288118"/>
                    </a:ext>
                  </a:extLst>
                </a:gridCol>
                <a:gridCol w="1510171">
                  <a:extLst>
                    <a:ext uri="{9D8B030D-6E8A-4147-A177-3AD203B41FA5}">
                      <a16:colId xmlns:a16="http://schemas.microsoft.com/office/drawing/2014/main" val="1587959234"/>
                    </a:ext>
                  </a:extLst>
                </a:gridCol>
              </a:tblGrid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Proper React Setup with Vite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8536132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Router, Git, Start the Ecommerce Project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834789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8389668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Router, Git, Start the Ecommerce Project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7381547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857748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88696624"/>
                  </a:ext>
                </a:extLst>
              </a:tr>
              <a:tr h="4189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Router, Git, Start the Ecommerce Project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React with Backend, Data Fetching, Load Ecommerce Project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21/01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9315061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1338897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with Backend, Data Fetching, Load Ecommerce Project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23/01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2265013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981167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4055341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with Backend, Data Fetching, Load Ecommerce Project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26/01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84641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Data Mutation, Update Ecommerce Project Data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914960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626257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Data Mutation, Update Ecommerce Project Data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27/01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5731683"/>
                  </a:ext>
                </a:extLst>
              </a:tr>
              <a:tr h="41158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Automated Tests in React with </a:t>
                      </a:r>
                      <a:r>
                        <a:rPr lang="en-US" sz="1400" dirty="0" err="1"/>
                        <a:t>Vitest</a:t>
                      </a:r>
                      <a:r>
                        <a:rPr lang="en-US" sz="1400" dirty="0"/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93168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9418695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Deploy React to the Internet, Intro to AWS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28/01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000568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09729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68263343"/>
                  </a:ext>
                </a:extLst>
              </a:tr>
              <a:tr h="83051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Deploy React to the Internet, Intro to AWS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React 19 Updates 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TypeScript with React </a:t>
                      </a:r>
                      <a:br>
                        <a:rPr lang="en-US" sz="1400" dirty="0"/>
                      </a:b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30/01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3871429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07589407"/>
                  </a:ext>
                </a:extLst>
              </a:tr>
              <a:tr h="4189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TypeScript with React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AI with React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02/02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027193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Conclusion and next steps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44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0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331</Words>
  <Application>Microsoft Office PowerPoint</Application>
  <PresentationFormat>Widescreen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Office Theme</vt:lpstr>
      <vt:lpstr>CONTENTS</vt:lpstr>
      <vt:lpstr>CONTENTS</vt:lpstr>
      <vt:lpstr>ROADMAP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 Paul Chirayath Shaju</dc:creator>
  <cp:lastModifiedBy>Glen Paul Chirayath Shaju</cp:lastModifiedBy>
  <cp:revision>29</cp:revision>
  <dcterms:created xsi:type="dcterms:W3CDTF">2025-09-08T10:21:50Z</dcterms:created>
  <dcterms:modified xsi:type="dcterms:W3CDTF">2026-01-07T11:50:08Z</dcterms:modified>
</cp:coreProperties>
</file>