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D197D-288C-ED7C-ABF3-20E39D564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29BFDC-949A-723D-49EC-C9EA69C3DC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B21FE-2B25-F5EA-DA15-A768F134F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2115C-3104-0F9B-7F40-2F9852AB4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84C36-2793-34E5-DE8E-54010CAEB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6652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F2DC8-364B-75BB-8638-45280650B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4A2F5-8C35-AC4B-EE5A-81657FD1E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931EB-2DEB-F9A4-880F-CDA38025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73772-B6D9-8990-EF03-419359921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F0DEB-EF21-720A-93A8-6E0ED3838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413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F0FC4-D05F-F96B-A42C-73DF8B487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77DB4-82BD-5F20-6326-D617A3CA1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47B7E-6D44-0B01-F40F-45ACD2936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B8A85-8BD8-5922-60DE-880EE183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0D3FF-62F9-6D76-17D9-318CE91D8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668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2D440-8D2A-820F-ADD9-8C48E593D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8EB5C-BE0E-F7C9-63C8-9A69A1FE4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8C74B-033C-0EBB-A39D-75F951D42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AD877E-4D1A-EAC2-A897-8DBB12B97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06DB5-AB52-E7AB-DD7E-1E67375F6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FC8B7-049D-8AD3-B5B2-855CBDCA2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7078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D36DB-2463-6F52-5235-1A1005D3C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D11AC-8132-FBF8-2F1D-D280962BFB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15F470-364F-6CC0-CB68-DD52F745E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6962CA-9925-99E4-7C33-110A75FB1A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404BA1-9E79-269E-4587-31BDF15C9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5F8056-3103-F7A5-1765-4BCCBBB9D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3F1AB9-776A-401A-0A37-2B69BBF7F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185A80-F1EA-04AE-FFF2-0A13B627F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7270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B9AE7-967D-B78C-8F5A-34521BD26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0F832C-D4D0-973B-34B5-AA338328E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9461A4-E09C-5E2B-84E8-CBFE800B6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7CEC7E-2942-E3C3-5A5F-39319BB28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767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45FB40-1285-FA14-A0AD-A87E54F4D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95000A-3353-CC72-CEC0-9D64AEEA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298F7-1B77-D603-4955-FA7F2121B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7705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42998-6FBA-146A-30AC-6B8085C7C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10F62-F62F-27C9-0CAD-92071F0D2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7C12D-F00C-7699-DCA7-84CA2B5C4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87F294-AEE4-2D53-F63F-178D978E9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201CDD-C031-E556-F7C8-7E2178CDD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A2438-7E9D-E3BE-B3F9-C23CDDC0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917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D8B4C-92AC-4AF4-B100-6941C5D8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3594F4-5650-9EA7-A10E-746C4C68AD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7B0D3-E610-1A91-7013-C03A92D17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4F3C1-67BA-D7BA-E112-B57DD6B0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BFBB0-AE4F-4DEF-97D5-602ACC5C2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F27FA-2001-677E-C1EF-2B9A4F010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8481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D58DE-1BF0-31D2-F8F2-10F6BDC50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63378-84E4-16D9-21B8-2CBFB15E6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C52A4-AA12-9597-01E5-CC3CCB06C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1A0B0-6D52-BF70-1311-251BCF280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8C76B-1198-4011-3C1D-466054B6B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321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76D345-F9A5-47DB-4D89-9B4FD632EB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64316-31E6-A12A-9B46-B4EB931424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E85577-0E3F-5E14-23FD-AFDC7784C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56523-91FA-39DA-3BF0-081F81316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910CD-A0F2-3C44-7FCB-4BE41250B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1646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218DD0-B08E-1401-3134-219AD4699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1D4FA-4B2F-5BD7-FED6-290F432B10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157E2-A683-B44C-96EC-4F59E4637B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5F328-0CFE-44D7-AF58-50D6B4E72A82}" type="datetimeFigureOut">
              <a:rPr lang="en-IN" smtClean="0"/>
              <a:t>12-11-2025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42E93-7028-0205-B08B-7702E211D6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C70-781E-0EDF-0D7A-CC6A9F6207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A88215-1C5F-40E2-8AEC-267A4AE347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2185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XGznpKZ_sA&amp;t=5828s" TargetMode="External"/><Relationship Id="rId13" Type="http://schemas.openxmlformats.org/officeDocument/2006/relationships/hyperlink" Target="https://www.youtube.com/watch?v=OXGznpKZ_sA&amp;t=10821s" TargetMode="External"/><Relationship Id="rId18" Type="http://schemas.openxmlformats.org/officeDocument/2006/relationships/hyperlink" Target="https://www.youtube.com/watch?v=OXGznpKZ_sA&amp;t=17193s" TargetMode="External"/><Relationship Id="rId26" Type="http://schemas.openxmlformats.org/officeDocument/2006/relationships/hyperlink" Target="https://www.youtube.com/watch?v=OXGznpKZ_sA&amp;t=32243s" TargetMode="External"/><Relationship Id="rId3" Type="http://schemas.openxmlformats.org/officeDocument/2006/relationships/hyperlink" Target="https://www.youtube.com/watch?v=OXGznpKZ_sA&amp;t=68s" TargetMode="External"/><Relationship Id="rId21" Type="http://schemas.openxmlformats.org/officeDocument/2006/relationships/hyperlink" Target="https://www.youtube.com/watch?v=OXGznpKZ_sA&amp;t=23601s" TargetMode="External"/><Relationship Id="rId7" Type="http://schemas.openxmlformats.org/officeDocument/2006/relationships/hyperlink" Target="https://www.youtube.com/watch?v=OXGznpKZ_sA&amp;t=4316s" TargetMode="External"/><Relationship Id="rId12" Type="http://schemas.openxmlformats.org/officeDocument/2006/relationships/hyperlink" Target="https://www.youtube.com/watch?v=OXGznpKZ_sA&amp;t=9904s" TargetMode="External"/><Relationship Id="rId17" Type="http://schemas.openxmlformats.org/officeDocument/2006/relationships/hyperlink" Target="https://www.youtube.com/watch?v=OXGznpKZ_sA&amp;t=15699s" TargetMode="External"/><Relationship Id="rId25" Type="http://schemas.openxmlformats.org/officeDocument/2006/relationships/hyperlink" Target="https://www.youtube.com/watch?v=OXGznpKZ_sA&amp;t=31053s" TargetMode="External"/><Relationship Id="rId2" Type="http://schemas.openxmlformats.org/officeDocument/2006/relationships/hyperlink" Target="https://www.youtube.com/watch?v=OXGznpKZ_sA" TargetMode="External"/><Relationship Id="rId16" Type="http://schemas.openxmlformats.org/officeDocument/2006/relationships/hyperlink" Target="https://www.youtube.com/watch?v=OXGznpKZ_sA&amp;t=14273s" TargetMode="External"/><Relationship Id="rId20" Type="http://schemas.openxmlformats.org/officeDocument/2006/relationships/hyperlink" Target="https://www.youtube.com/watch?v=OXGznpKZ_sA&amp;t=2153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OXGznpKZ_sA&amp;t=3073s" TargetMode="External"/><Relationship Id="rId11" Type="http://schemas.openxmlformats.org/officeDocument/2006/relationships/hyperlink" Target="https://www.youtube.com/watch?v=OXGznpKZ_sA&amp;t=9151s" TargetMode="External"/><Relationship Id="rId24" Type="http://schemas.openxmlformats.org/officeDocument/2006/relationships/hyperlink" Target="https://www.youtube.com/watch?v=OXGznpKZ_sA&amp;t=28205s" TargetMode="External"/><Relationship Id="rId5" Type="http://schemas.openxmlformats.org/officeDocument/2006/relationships/hyperlink" Target="https://www.youtube.com/watch?v=OXGznpKZ_sA&amp;t=2081s" TargetMode="External"/><Relationship Id="rId15" Type="http://schemas.openxmlformats.org/officeDocument/2006/relationships/hyperlink" Target="https://www.youtube.com/watch?v=OXGznpKZ_sA&amp;t=12870s" TargetMode="External"/><Relationship Id="rId23" Type="http://schemas.openxmlformats.org/officeDocument/2006/relationships/hyperlink" Target="https://www.youtube.com/watch?v=OXGznpKZ_sA&amp;t=26428s" TargetMode="External"/><Relationship Id="rId10" Type="http://schemas.openxmlformats.org/officeDocument/2006/relationships/hyperlink" Target="https://www.youtube.com/watch?v=OXGznpKZ_sA&amp;t=8197s" TargetMode="External"/><Relationship Id="rId19" Type="http://schemas.openxmlformats.org/officeDocument/2006/relationships/hyperlink" Target="https://www.youtube.com/watch?v=OXGznpKZ_sA&amp;t=19960s" TargetMode="External"/><Relationship Id="rId4" Type="http://schemas.openxmlformats.org/officeDocument/2006/relationships/hyperlink" Target="https://www.youtube.com/watch?v=OXGznpKZ_sA&amp;t=890s" TargetMode="External"/><Relationship Id="rId9" Type="http://schemas.openxmlformats.org/officeDocument/2006/relationships/hyperlink" Target="https://www.youtube.com/watch?v=OXGznpKZ_sA&amp;t=7229s" TargetMode="External"/><Relationship Id="rId14" Type="http://schemas.openxmlformats.org/officeDocument/2006/relationships/hyperlink" Target="https://www.youtube.com/watch?v=OXGznpKZ_sA&amp;t=11566s" TargetMode="External"/><Relationship Id="rId22" Type="http://schemas.openxmlformats.org/officeDocument/2006/relationships/hyperlink" Target="https://www.youtube.com/watch?v=OXGznpKZ_sA&amp;t=24776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904D1-09E0-232F-DD28-58FA4E225F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Roadmap- CSS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71EEF-B94E-956B-C70E-723E186F0A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1822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C5972-58BA-532A-87B7-244A194C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9D01E-0934-9ED2-6C5F-B3F0C95FE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252"/>
            <a:ext cx="10515600" cy="4861249"/>
          </a:xfrm>
        </p:spPr>
        <p:txBody>
          <a:bodyPr>
            <a:noAutofit/>
          </a:bodyPr>
          <a:lstStyle/>
          <a:p>
            <a:pPr algn="ctr"/>
            <a:r>
              <a:rPr lang="en-IN" sz="1400" dirty="0"/>
              <a:t>(</a:t>
            </a:r>
            <a:r>
              <a:rPr lang="en-IN" sz="1400" dirty="0">
                <a:hlinkClick r:id="rId2"/>
              </a:rPr>
              <a:t>0:00:00</a:t>
            </a:r>
            <a:r>
              <a:rPr lang="en-IN" sz="1400" dirty="0"/>
              <a:t>) Intro </a:t>
            </a:r>
            <a:br>
              <a:rPr lang="en-IN" sz="1400" dirty="0"/>
            </a:br>
            <a:r>
              <a:rPr lang="en-IN" sz="1400" dirty="0"/>
              <a:t>(</a:t>
            </a:r>
            <a:r>
              <a:rPr lang="en-IN" sz="1400" dirty="0">
                <a:hlinkClick r:id="rId3"/>
              </a:rPr>
              <a:t>0:01:08</a:t>
            </a:r>
            <a:r>
              <a:rPr lang="en-IN" sz="1400" dirty="0"/>
              <a:t>) Chapter 1: Start Here (</a:t>
            </a:r>
            <a:r>
              <a:rPr lang="en-IN" sz="1400" dirty="0">
                <a:hlinkClick r:id="rId4"/>
              </a:rPr>
              <a:t>0:14:50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2: Selectors (</a:t>
            </a:r>
            <a:r>
              <a:rPr lang="en-IN" sz="1400" dirty="0">
                <a:hlinkClick r:id="rId5"/>
              </a:rPr>
              <a:t>0:34:41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3: </a:t>
            </a:r>
            <a:r>
              <a:rPr lang="en-IN" sz="1400" dirty="0" err="1"/>
              <a:t>Colors</a:t>
            </a:r>
            <a:r>
              <a:rPr lang="en-IN" sz="1400" dirty="0"/>
              <a:t> (</a:t>
            </a:r>
            <a:r>
              <a:rPr lang="en-IN" sz="1400" dirty="0">
                <a:hlinkClick r:id="rId6"/>
              </a:rPr>
              <a:t>0:51:13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4: Units &amp; Sizes (</a:t>
            </a:r>
            <a:r>
              <a:rPr lang="en-IN" sz="1400" dirty="0">
                <a:hlinkClick r:id="rId7"/>
              </a:rPr>
              <a:t>1:11:56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5: Box Model (</a:t>
            </a:r>
            <a:r>
              <a:rPr lang="en-IN" sz="1400" dirty="0">
                <a:hlinkClick r:id="rId8"/>
              </a:rPr>
              <a:t>1:37:08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6: Typography (</a:t>
            </a:r>
            <a:r>
              <a:rPr lang="en-IN" sz="1400" dirty="0">
                <a:hlinkClick r:id="rId9"/>
              </a:rPr>
              <a:t>2:00:29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7: Styling Links (</a:t>
            </a:r>
            <a:r>
              <a:rPr lang="en-IN" sz="1400" dirty="0">
                <a:hlinkClick r:id="rId10"/>
              </a:rPr>
              <a:t>2:16:37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8: List Styles (</a:t>
            </a:r>
            <a:r>
              <a:rPr lang="en-IN" sz="1400" dirty="0">
                <a:hlinkClick r:id="rId11"/>
              </a:rPr>
              <a:t>2:32:31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9: Mini Project (</a:t>
            </a:r>
            <a:r>
              <a:rPr lang="en-IN" sz="1400" dirty="0">
                <a:hlinkClick r:id="rId12"/>
              </a:rPr>
              <a:t>2:45:04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10: Display (</a:t>
            </a:r>
            <a:r>
              <a:rPr lang="en-IN" sz="1400" dirty="0">
                <a:hlinkClick r:id="rId13"/>
              </a:rPr>
              <a:t>3:00:21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11: Floats (</a:t>
            </a:r>
            <a:r>
              <a:rPr lang="en-IN" sz="1400" dirty="0">
                <a:hlinkClick r:id="rId14"/>
              </a:rPr>
              <a:t>3:12:46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12: Columns (</a:t>
            </a:r>
            <a:r>
              <a:rPr lang="en-IN" sz="1400" dirty="0">
                <a:hlinkClick r:id="rId15"/>
              </a:rPr>
              <a:t>3:34:30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13: Position (</a:t>
            </a:r>
            <a:r>
              <a:rPr lang="en-IN" sz="1400" dirty="0">
                <a:hlinkClick r:id="rId16"/>
              </a:rPr>
              <a:t>3:57:53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14: Flexbox (</a:t>
            </a:r>
            <a:r>
              <a:rPr lang="en-IN" sz="1400" dirty="0">
                <a:hlinkClick r:id="rId17"/>
              </a:rPr>
              <a:t>4:21:39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15: Grid Layout (</a:t>
            </a:r>
            <a:r>
              <a:rPr lang="en-IN" sz="1400" dirty="0">
                <a:hlinkClick r:id="rId18"/>
              </a:rPr>
              <a:t>4:46:33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16: Images (</a:t>
            </a:r>
            <a:r>
              <a:rPr lang="en-IN" sz="1400" dirty="0">
                <a:hlinkClick r:id="rId19"/>
              </a:rPr>
              <a:t>5:32:40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17: Media Queries (</a:t>
            </a:r>
            <a:r>
              <a:rPr lang="en-IN" sz="1400" dirty="0">
                <a:hlinkClick r:id="rId20"/>
              </a:rPr>
              <a:t>5:58:59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18: Card Project (</a:t>
            </a:r>
            <a:r>
              <a:rPr lang="en-IN" sz="1400" dirty="0">
                <a:hlinkClick r:id="rId21"/>
              </a:rPr>
              <a:t>6:33:21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19: Pseudo (</a:t>
            </a:r>
            <a:r>
              <a:rPr lang="en-IN" sz="1400" dirty="0">
                <a:hlinkClick r:id="rId22"/>
              </a:rPr>
              <a:t>6:52:56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20: Variables (</a:t>
            </a:r>
            <a:r>
              <a:rPr lang="en-IN" sz="1400" dirty="0">
                <a:hlinkClick r:id="rId23"/>
              </a:rPr>
              <a:t>7:20:28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21: Functions (</a:t>
            </a:r>
            <a:r>
              <a:rPr lang="en-IN" sz="1400" dirty="0">
                <a:hlinkClick r:id="rId24"/>
              </a:rPr>
              <a:t>7:50:05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22: Animations (</a:t>
            </a:r>
            <a:r>
              <a:rPr lang="en-IN" sz="1400" dirty="0">
                <a:hlinkClick r:id="rId25"/>
              </a:rPr>
              <a:t>8:37:33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23: Organization (</a:t>
            </a:r>
            <a:r>
              <a:rPr lang="en-IN" sz="1400" dirty="0">
                <a:hlinkClick r:id="rId26"/>
              </a:rPr>
              <a:t>8:57:23</a:t>
            </a:r>
            <a:r>
              <a:rPr lang="en-IN" sz="1400" dirty="0"/>
              <a:t>) </a:t>
            </a:r>
            <a:br>
              <a:rPr lang="en-IN" sz="1400" dirty="0"/>
            </a:br>
            <a:r>
              <a:rPr lang="en-IN" sz="1400" dirty="0"/>
              <a:t>Chapter 24: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53059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571CD6F9-4375-52D2-17AC-66F805808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4144667"/>
              </p:ext>
            </p:extLst>
          </p:nvPr>
        </p:nvGraphicFramePr>
        <p:xfrm>
          <a:off x="1194318" y="289250"/>
          <a:ext cx="9647853" cy="64381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05410">
                  <a:extLst>
                    <a:ext uri="{9D8B030D-6E8A-4147-A177-3AD203B41FA5}">
                      <a16:colId xmlns:a16="http://schemas.microsoft.com/office/drawing/2014/main" val="3182655021"/>
                    </a:ext>
                  </a:extLst>
                </a:gridCol>
                <a:gridCol w="1681483">
                  <a:extLst>
                    <a:ext uri="{9D8B030D-6E8A-4147-A177-3AD203B41FA5}">
                      <a16:colId xmlns:a16="http://schemas.microsoft.com/office/drawing/2014/main" val="1088352579"/>
                    </a:ext>
                  </a:extLst>
                </a:gridCol>
                <a:gridCol w="1460960">
                  <a:extLst>
                    <a:ext uri="{9D8B030D-6E8A-4147-A177-3AD203B41FA5}">
                      <a16:colId xmlns:a16="http://schemas.microsoft.com/office/drawing/2014/main" val="1819197050"/>
                    </a:ext>
                  </a:extLst>
                </a:gridCol>
              </a:tblGrid>
              <a:tr h="33300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Content</a:t>
                      </a:r>
                      <a:r>
                        <a:rPr lang="en-IN" sz="1200" u="none" strike="noStrike" dirty="0">
                          <a:effectLst/>
                        </a:rPr>
                        <a:t> </a:t>
                      </a:r>
                      <a:endParaRPr lang="en-IN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u="none" strike="noStrike" dirty="0">
                          <a:effectLst/>
                        </a:rPr>
                        <a:t>Status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232693339"/>
                  </a:ext>
                </a:extLst>
              </a:tr>
              <a:tr h="1214549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Intro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1: Start Here 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2: Selectors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3: Colours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4: Units &amp; Sizes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16-10-2025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691979655"/>
                  </a:ext>
                </a:extLst>
              </a:tr>
              <a:tr h="73132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 dirty="0">
                          <a:effectLst/>
                        </a:rPr>
                        <a:t>Chapter 5: Box Model 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Chapter 6: Typography</a:t>
                      </a:r>
                      <a:br>
                        <a:rPr lang="en-US" sz="1400" u="none" strike="noStrike" dirty="0">
                          <a:effectLst/>
                        </a:rPr>
                      </a:br>
                      <a:r>
                        <a:rPr lang="en-US" sz="1400" u="none" strike="noStrike" dirty="0">
                          <a:effectLst/>
                        </a:rPr>
                        <a:t>Chapter 7: Styling Links 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17-10-2025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644837770"/>
                  </a:ext>
                </a:extLst>
              </a:tr>
              <a:tr h="972935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8: List Styles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9: Mini Project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10: Display </a:t>
                      </a:r>
                      <a:br>
                        <a:rPr lang="en-IN" sz="1400" u="none" strike="noStrike">
                          <a:effectLst/>
                        </a:rPr>
                      </a:br>
                      <a:r>
                        <a:rPr lang="en-IN" sz="1400" u="none" strike="noStrike">
                          <a:effectLst/>
                        </a:rPr>
                        <a:t>Chapter 11: Floats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20-10-2025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627923791"/>
                  </a:ext>
                </a:extLst>
              </a:tr>
              <a:tr h="73132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12: Columns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13: Position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14: Flexbox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21-10-2025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728377049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Chapter 15: Grid Layout</a:t>
                      </a:r>
                      <a:br>
                        <a:rPr lang="en-IN" sz="1400" u="none" strike="noStrike" dirty="0">
                          <a:effectLst/>
                        </a:rPr>
                      </a:br>
                      <a:r>
                        <a:rPr lang="en-IN" sz="1400" u="none" strike="noStrike" dirty="0">
                          <a:effectLst/>
                        </a:rPr>
                        <a:t>Chapter 16: Images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22-10-2025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400894575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 dirty="0" err="1">
                          <a:effectLst/>
                        </a:rPr>
                        <a:t>Chapter</a:t>
                      </a:r>
                      <a:r>
                        <a:rPr lang="fr-FR" sz="1400" u="none" strike="noStrike" dirty="0">
                          <a:effectLst/>
                        </a:rPr>
                        <a:t> 17: Media </a:t>
                      </a:r>
                      <a:r>
                        <a:rPr lang="fr-FR" sz="1400" u="none" strike="noStrike" dirty="0" err="1">
                          <a:effectLst/>
                        </a:rPr>
                        <a:t>Queries</a:t>
                      </a:r>
                      <a:r>
                        <a:rPr lang="fr-FR" sz="1400" u="none" strike="noStrike" dirty="0">
                          <a:effectLst/>
                        </a:rPr>
                        <a:t> </a:t>
                      </a:r>
                      <a:br>
                        <a:rPr lang="fr-FR" sz="1400" u="none" strike="noStrike" dirty="0">
                          <a:effectLst/>
                        </a:rPr>
                      </a:br>
                      <a:r>
                        <a:rPr lang="fr-FR" sz="1400" u="none" strike="noStrike" dirty="0" err="1">
                          <a:effectLst/>
                        </a:rPr>
                        <a:t>Chapter</a:t>
                      </a:r>
                      <a:r>
                        <a:rPr lang="fr-FR" sz="1400" u="none" strike="noStrike" dirty="0">
                          <a:effectLst/>
                        </a:rPr>
                        <a:t> 18: </a:t>
                      </a:r>
                      <a:r>
                        <a:rPr lang="fr-FR" sz="1400" u="none" strike="noStrike" dirty="0" err="1">
                          <a:effectLst/>
                        </a:rPr>
                        <a:t>Card</a:t>
                      </a:r>
                      <a:r>
                        <a:rPr lang="fr-FR" sz="1400" u="none" strike="noStrike" dirty="0">
                          <a:effectLst/>
                        </a:rPr>
                        <a:t> Project 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24-10-2025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91317609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19: Pseudo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20: Variables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27-10-2025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DONE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513138080"/>
                  </a:ext>
                </a:extLst>
              </a:tr>
              <a:tr h="489704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u="none" strike="noStrike">
                          <a:effectLst/>
                        </a:rPr>
                        <a:t>Chapter 21: Functions </a:t>
                      </a:r>
                      <a:br>
                        <a:rPr lang="fr-FR" sz="1400" u="none" strike="noStrike">
                          <a:effectLst/>
                        </a:rPr>
                      </a:br>
                      <a:r>
                        <a:rPr lang="fr-FR" sz="1400" u="none" strike="noStrike">
                          <a:effectLst/>
                        </a:rPr>
                        <a:t>Chapter 22: Animations 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28-10-2025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397424094"/>
                  </a:ext>
                </a:extLst>
              </a:tr>
              <a:tr h="24809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23: Organization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29-10-2025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>
                          <a:effectLst/>
                        </a:rPr>
                        <a:t> 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2205905631"/>
                  </a:ext>
                </a:extLst>
              </a:tr>
              <a:tr h="248090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>
                          <a:effectLst/>
                        </a:rPr>
                        <a:t>Chapter 24: Final Project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110004020202020204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u="none" strike="noStrike" dirty="0">
                          <a:effectLst/>
                        </a:rPr>
                        <a:t>30-10-2025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u="none" strike="noStrike" dirty="0">
                          <a:effectLst/>
                        </a:rPr>
                        <a:t> 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5718" marR="5718" marT="5718" marB="0" anchor="ctr"/>
                </a:tc>
                <a:extLst>
                  <a:ext uri="{0D108BD9-81ED-4DB2-BD59-A6C34878D82A}">
                    <a16:rowId xmlns:a16="http://schemas.microsoft.com/office/drawing/2014/main" val="14159051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533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358</Words>
  <Application>Microsoft Office PowerPoint</Application>
  <PresentationFormat>Widescreen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Aptos Narrow</vt:lpstr>
      <vt:lpstr>Arial</vt:lpstr>
      <vt:lpstr>Office Theme</vt:lpstr>
      <vt:lpstr>Roadmap- CSS</vt:lpstr>
      <vt:lpstr>contents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8</cp:revision>
  <dcterms:created xsi:type="dcterms:W3CDTF">2025-10-15T08:21:37Z</dcterms:created>
  <dcterms:modified xsi:type="dcterms:W3CDTF">2025-11-12T16:18:43Z</dcterms:modified>
</cp:coreProperties>
</file>