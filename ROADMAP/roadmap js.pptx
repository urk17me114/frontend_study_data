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27-12-2025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90018470"/>
              </p:ext>
            </p:extLst>
          </p:nvPr>
        </p:nvGraphicFramePr>
        <p:xfrm>
          <a:off x="2239347" y="345233"/>
          <a:ext cx="9004041" cy="62670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endParaRPr lang="en-IN" sz="1400" u="none" strike="noStrike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  <a:endParaRPr lang="en-IN" sz="1400" u="none" strike="noStrike" dirty="0">
                        <a:effectLst/>
                      </a:endParaRP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00236232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DONE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902</TotalTime>
  <Words>451</Words>
  <Application>Microsoft Office PowerPoint</Application>
  <PresentationFormat>Widescreen</PresentationFormat>
  <Paragraphs>232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24</cp:revision>
  <dcterms:created xsi:type="dcterms:W3CDTF">2025-09-08T10:21:50Z</dcterms:created>
  <dcterms:modified xsi:type="dcterms:W3CDTF">2025-12-27T20:27:30Z</dcterms:modified>
</cp:coreProperties>
</file>