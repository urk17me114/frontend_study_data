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11-12-2025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9086465"/>
              </p:ext>
            </p:extLst>
          </p:nvPr>
        </p:nvGraphicFramePr>
        <p:xfrm>
          <a:off x="2239347" y="345233"/>
          <a:ext cx="9004041" cy="6267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u="none" strike="noStrike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  <a:endParaRPr lang="en-IN" sz="1400" u="none" strike="noStrike" dirty="0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0239281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446</Words>
  <Application>Microsoft Office PowerPoint</Application>
  <PresentationFormat>Widescreen</PresentationFormat>
  <Paragraphs>231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19</cp:revision>
  <dcterms:created xsi:type="dcterms:W3CDTF">2025-09-08T10:21:50Z</dcterms:created>
  <dcterms:modified xsi:type="dcterms:W3CDTF">2025-12-11T08:36:36Z</dcterms:modified>
</cp:coreProperties>
</file>