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9808-6B71-3577-AA98-BB87182A9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A4B58-71E9-6287-2794-EA493C56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CDB3-C772-B0DF-7A20-033BB26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3BDC-F577-6253-1D06-7A07FF3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1B050-10C9-5919-4877-E3EFE6F6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3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05B4-BBAA-702B-F02E-977D13D6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F9F6-A81E-0E7B-1F1B-16BD5DB8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3C2-3516-7B71-5388-166DBCAA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80ACA-7717-58BD-F30F-98189F7A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6405-F9C0-8BB4-CDD0-792506B4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7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1E36-0387-E1B1-166F-E6137D96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CF3DF-CF37-99EB-11C9-5A65629B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CA5A-83B5-5038-B09E-5AC10D25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FB7C7-87B1-BD4A-75CE-DB054AE9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DBACB-14C0-9A40-B54A-E4684AF2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D542-0FBA-C08F-1E4C-0AA23366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24624-CFE6-C93A-DDA7-3283B9F82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A57B7-9EA6-8FBD-1057-8ADA8CB17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E1F6A-1A29-6E25-A8D5-0F0AB02C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812-1989-C951-A9E0-BFF528FC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61EE-D83C-B735-8C15-35B1EBCF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8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D166-BFC4-FD39-96A0-84A18C44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C4DE-0DB0-F219-6E8B-3B207F6D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1D1EE-77FD-9E91-7B29-A7E85D5C4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54072-45F3-6969-636A-4BEB7EB59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3861E-3E4A-30F0-FE1E-6F5D2865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D74EF-8623-F765-F423-2BEEA712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B7F1B-2022-162C-C353-CD06E0F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9A777-2244-B867-9AA6-05CE8F5F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11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FB89-F54A-5437-3AA2-E4ED4D28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307F3-F09F-8E56-1903-F59DA965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7A3B1-ECEB-1452-5C9C-4701B9AF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EB43B-2B48-BFF1-A988-E7B2FE39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5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2350F-B949-7DE2-AC95-C0A3A2D7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1D140-87EB-2E7A-CD85-8F8C722A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8A5E1-1301-67C8-82A2-C6EE0234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F104-7508-3414-36F7-AA807427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1C4A-1973-281D-DBD1-9D823FCFE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A67D5-16A6-A155-2F6E-B2A5E793C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BC927-574A-E9BD-8003-DEEFD8E2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D53F4-A14C-1162-2E3C-90311DB9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4528D-6659-0FD0-28A6-0AA233EC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6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634B-9E8A-A649-62EF-FAA8DE58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63C96-CF5E-F3A6-BB19-E2ACB38DD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8F9D8-A1A1-70F2-3D46-CEF1D577A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9ABD0-33C6-7D6B-6A1A-68A34BB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41B2-9204-121C-EE2E-1C81DC8C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4D098-B123-32D9-65F8-D6A2B4C4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83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5E88-48CE-B78E-3185-3A35B29F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2E4A-00CC-2CB5-F48F-C47480BE5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2F2FE-5770-60E2-7A53-B379B796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9673-A917-C8B7-C58A-98B88AD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0A26-DA06-656F-D89E-20F7167B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7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3BFA2-77D5-F315-27EB-673FAD620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5C20D-E986-74BA-23E5-F7A20D31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5EA3-CCCA-7FCA-C9A3-E5110293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889EC-FB63-4751-817E-CDD324F6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30EDE-B64A-CE0C-9656-CD2085B8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B428E-89F3-2EF4-7D34-D5B55AA2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E08F-0C02-F7E0-187D-C949356F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759C-890A-0874-5E18-79B07CCA6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7B9D6-B1DD-42FC-8CF6-CEEED335747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3657-D285-C717-C81D-DB7C7D7AF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20C2-D880-892C-92D6-7EF39A10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9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erdGm-ehJQ&amp;t=12852s" TargetMode="External"/><Relationship Id="rId3" Type="http://schemas.openxmlformats.org/officeDocument/2006/relationships/hyperlink" Target="https://www.youtube.com/watch?v=EerdGm-ehJQ&amp;t=888s" TargetMode="External"/><Relationship Id="rId7" Type="http://schemas.openxmlformats.org/officeDocument/2006/relationships/hyperlink" Target="https://www.youtube.com/watch?v=EerdGm-ehJQ&amp;t=9175s" TargetMode="External"/><Relationship Id="rId12" Type="http://schemas.openxmlformats.org/officeDocument/2006/relationships/hyperlink" Target="https://www.youtube.com/watch?v=EerdGm-ehJQ&amp;t=27748s" TargetMode="External"/><Relationship Id="rId2" Type="http://schemas.openxmlformats.org/officeDocument/2006/relationships/hyperlink" Target="https://www.youtube.com/watch?v=EerdGm-ehJQ&amp;t=121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EerdGm-ehJQ&amp;t=6666s" TargetMode="External"/><Relationship Id="rId11" Type="http://schemas.openxmlformats.org/officeDocument/2006/relationships/hyperlink" Target="https://www.youtube.com/watch?v=EerdGm-ehJQ&amp;t=23931s" TargetMode="External"/><Relationship Id="rId5" Type="http://schemas.openxmlformats.org/officeDocument/2006/relationships/hyperlink" Target="https://www.youtube.com/watch?v=EerdGm-ehJQ&amp;t=4052s" TargetMode="External"/><Relationship Id="rId10" Type="http://schemas.openxmlformats.org/officeDocument/2006/relationships/hyperlink" Target="https://www.youtube.com/watch?v=EerdGm-ehJQ&amp;t=19546s" TargetMode="External"/><Relationship Id="rId4" Type="http://schemas.openxmlformats.org/officeDocument/2006/relationships/hyperlink" Target="https://www.youtube.com/watch?v=EerdGm-ehJQ&amp;t=2606s" TargetMode="External"/><Relationship Id="rId9" Type="http://schemas.openxmlformats.org/officeDocument/2006/relationships/hyperlink" Target="https://www.youtube.com/watch?v=EerdGm-ehJQ&amp;t=15345s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EerdGm-ehJQ&amp;t=56077s" TargetMode="External"/><Relationship Id="rId3" Type="http://schemas.openxmlformats.org/officeDocument/2006/relationships/hyperlink" Target="https://www.youtube.com/watch?v=EerdGm-ehJQ&amp;t=34106s" TargetMode="External"/><Relationship Id="rId7" Type="http://schemas.openxmlformats.org/officeDocument/2006/relationships/hyperlink" Target="https://www.youtube.com/watch?v=EerdGm-ehJQ&amp;t=50193s" TargetMode="External"/><Relationship Id="rId2" Type="http://schemas.openxmlformats.org/officeDocument/2006/relationships/hyperlink" Target="https://www.youtube.com/watch?v=EerdGm-ehJQ&amp;t=31384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EerdGm-ehJQ&amp;t=44880s" TargetMode="External"/><Relationship Id="rId5" Type="http://schemas.openxmlformats.org/officeDocument/2006/relationships/hyperlink" Target="https://www.youtube.com/watch?v=EerdGm-ehJQ&amp;t=39537s" TargetMode="External"/><Relationship Id="rId10" Type="http://schemas.openxmlformats.org/officeDocument/2006/relationships/hyperlink" Target="https://www.youtube.com/watch?v=EerdGm-ehJQ&amp;t=63390s" TargetMode="External"/><Relationship Id="rId4" Type="http://schemas.openxmlformats.org/officeDocument/2006/relationships/hyperlink" Target="https://www.youtube.com/watch?v=EerdGm-ehJQ&amp;t=36622s" TargetMode="External"/><Relationship Id="rId9" Type="http://schemas.openxmlformats.org/officeDocument/2006/relationships/hyperlink" Target="https://www.youtube.com/watch?v=EerdGm-ehJQ&amp;t=57504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erdGm-ehJQ&amp;t=67910s" TargetMode="External"/><Relationship Id="rId7" Type="http://schemas.openxmlformats.org/officeDocument/2006/relationships/hyperlink" Target="https://www.youtube.com/watch?v=EerdGm-ehJQ&amp;t=80049s" TargetMode="External"/><Relationship Id="rId2" Type="http://schemas.openxmlformats.org/officeDocument/2006/relationships/hyperlink" Target="https://www.youtube.com/watch?v=EerdGm-ehJQ&amp;t=65169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EerdGm-ehJQ&amp;t=76367s" TargetMode="External"/><Relationship Id="rId5" Type="http://schemas.openxmlformats.org/officeDocument/2006/relationships/hyperlink" Target="https://www.youtube.com/watch?v=EerdGm-ehJQ&amp;t=73857s" TargetMode="External"/><Relationship Id="rId4" Type="http://schemas.openxmlformats.org/officeDocument/2006/relationships/hyperlink" Target="https://www.youtube.com/watch?v=EerdGm-ehJQ&amp;t=70379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D774-AD0D-7B1E-0EB1-FC73B4718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891" y="431898"/>
            <a:ext cx="6920204" cy="641123"/>
          </a:xfrm>
        </p:spPr>
        <p:txBody>
          <a:bodyPr>
            <a:normAutofit fontScale="90000"/>
          </a:bodyPr>
          <a:lstStyle/>
          <a:p>
            <a:r>
              <a:rPr lang="en-IN" dirty="0"/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8468D-B2E7-5F2B-C71B-A27D6DA5C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8334"/>
            <a:ext cx="9234196" cy="5287767"/>
          </a:xfrm>
        </p:spPr>
        <p:txBody>
          <a:bodyPr>
            <a:normAutofit/>
          </a:bodyPr>
          <a:lstStyle/>
          <a:p>
            <a:r>
              <a:rPr lang="en-US" dirty="0"/>
              <a:t> Intro </a:t>
            </a:r>
            <a:r>
              <a:rPr lang="en-US" dirty="0">
                <a:hlinkClick r:id="rId2"/>
              </a:rPr>
              <a:t>00:02:01</a:t>
            </a:r>
            <a:r>
              <a:rPr lang="en-US" dirty="0"/>
              <a:t> </a:t>
            </a:r>
          </a:p>
          <a:p>
            <a:r>
              <a:rPr lang="en-US" dirty="0"/>
              <a:t>1 JavaScript Basics </a:t>
            </a:r>
            <a:r>
              <a:rPr lang="en-US" dirty="0">
                <a:hlinkClick r:id="rId3"/>
              </a:rPr>
              <a:t>00:14:48</a:t>
            </a:r>
            <a:r>
              <a:rPr lang="en-US" dirty="0"/>
              <a:t> </a:t>
            </a:r>
          </a:p>
          <a:p>
            <a:r>
              <a:rPr lang="en-US" dirty="0"/>
              <a:t>2 Numbers and Math </a:t>
            </a:r>
            <a:r>
              <a:rPr lang="en-US" dirty="0">
                <a:hlinkClick r:id="rId4"/>
              </a:rPr>
              <a:t>00:43:26</a:t>
            </a:r>
            <a:r>
              <a:rPr lang="en-US" dirty="0"/>
              <a:t> </a:t>
            </a:r>
          </a:p>
          <a:p>
            <a:r>
              <a:rPr lang="en-US" dirty="0"/>
              <a:t>3 Strings </a:t>
            </a:r>
            <a:r>
              <a:rPr lang="en-US" dirty="0">
                <a:hlinkClick r:id="rId5"/>
              </a:rPr>
              <a:t>01:07:32</a:t>
            </a:r>
            <a:r>
              <a:rPr lang="en-US" dirty="0"/>
              <a:t> </a:t>
            </a:r>
          </a:p>
          <a:p>
            <a:r>
              <a:rPr lang="en-US" dirty="0"/>
              <a:t>4 HTML CSS Review, console.log </a:t>
            </a:r>
            <a:r>
              <a:rPr lang="en-US" dirty="0">
                <a:hlinkClick r:id="rId6"/>
              </a:rPr>
              <a:t>01:51:06</a:t>
            </a:r>
            <a:r>
              <a:rPr lang="en-US" dirty="0"/>
              <a:t> </a:t>
            </a:r>
          </a:p>
          <a:p>
            <a:r>
              <a:rPr lang="en-US" dirty="0"/>
              <a:t>5 Variables </a:t>
            </a:r>
            <a:r>
              <a:rPr lang="en-US" dirty="0">
                <a:hlinkClick r:id="rId7"/>
              </a:rPr>
              <a:t>02:32:55</a:t>
            </a:r>
            <a:r>
              <a:rPr lang="en-US" dirty="0"/>
              <a:t> </a:t>
            </a:r>
          </a:p>
          <a:p>
            <a:r>
              <a:rPr lang="en-US" dirty="0"/>
              <a:t>6 Booleans and If-Statements </a:t>
            </a:r>
            <a:r>
              <a:rPr lang="en-US" dirty="0">
                <a:hlinkClick r:id="rId8"/>
              </a:rPr>
              <a:t>03:34:12</a:t>
            </a:r>
            <a:r>
              <a:rPr lang="en-US" dirty="0"/>
              <a:t> </a:t>
            </a:r>
          </a:p>
          <a:p>
            <a:r>
              <a:rPr lang="en-US" dirty="0"/>
              <a:t>7 Functions </a:t>
            </a:r>
            <a:r>
              <a:rPr lang="en-US" dirty="0">
                <a:hlinkClick r:id="rId9"/>
              </a:rPr>
              <a:t>04:15:45</a:t>
            </a:r>
            <a:r>
              <a:rPr lang="en-US" dirty="0"/>
              <a:t> </a:t>
            </a:r>
          </a:p>
          <a:p>
            <a:r>
              <a:rPr lang="en-US" dirty="0"/>
              <a:t>8 Objects </a:t>
            </a:r>
            <a:r>
              <a:rPr lang="en-US" dirty="0">
                <a:hlinkClick r:id="rId10"/>
              </a:rPr>
              <a:t>05:25:46</a:t>
            </a:r>
            <a:r>
              <a:rPr lang="en-US" dirty="0"/>
              <a:t> </a:t>
            </a:r>
          </a:p>
          <a:p>
            <a:r>
              <a:rPr lang="en-US" dirty="0"/>
              <a:t>9 Document Object Model (DOM) </a:t>
            </a:r>
            <a:r>
              <a:rPr lang="en-US" dirty="0">
                <a:hlinkClick r:id="rId11"/>
              </a:rPr>
              <a:t>06:38:51</a:t>
            </a:r>
            <a:r>
              <a:rPr lang="en-US" dirty="0"/>
              <a:t> </a:t>
            </a:r>
          </a:p>
          <a:p>
            <a:r>
              <a:rPr lang="en-US" dirty="0"/>
              <a:t>10 HTML, CSS, and JavaScript Together </a:t>
            </a:r>
            <a:r>
              <a:rPr lang="en-US" dirty="0">
                <a:hlinkClick r:id="rId12"/>
              </a:rPr>
              <a:t>07:42:28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0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0277-E069-0AF8-83EF-03182EF4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5205-683F-5A0D-A94B-55F4F4D2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dirty="0"/>
              <a:t>11 Arrays and Loops </a:t>
            </a:r>
            <a:r>
              <a:rPr lang="en-US" dirty="0">
                <a:hlinkClick r:id="rId2"/>
              </a:rPr>
              <a:t>08:43:04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11 (Part 2) Arrays and Loops </a:t>
            </a:r>
            <a:r>
              <a:rPr lang="en-US" dirty="0">
                <a:hlinkClick r:id="rId3"/>
              </a:rPr>
              <a:t>09:28:26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12 Advanced Functions </a:t>
            </a:r>
            <a:r>
              <a:rPr lang="en-US" dirty="0">
                <a:hlinkClick r:id="rId4"/>
              </a:rPr>
              <a:t>10:10:22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12 (Part 2) Advanced Functions </a:t>
            </a:r>
            <a:r>
              <a:rPr lang="en-US" dirty="0">
                <a:hlinkClick r:id="rId5"/>
              </a:rPr>
              <a:t>10:58:57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13 Start the Amazon Project and Intro to Git </a:t>
            </a:r>
            <a:r>
              <a:rPr lang="en-US" dirty="0">
                <a:hlinkClick r:id="rId6"/>
              </a:rPr>
              <a:t>12:28:00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14 Modules </a:t>
            </a:r>
            <a:r>
              <a:rPr lang="en-US" dirty="0">
                <a:hlinkClick r:id="rId7"/>
              </a:rPr>
              <a:t>13:56:33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15 External Libraries </a:t>
            </a:r>
            <a:r>
              <a:rPr lang="en-US" dirty="0">
                <a:hlinkClick r:id="rId8"/>
              </a:rPr>
              <a:t>15:34:37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16 Testing </a:t>
            </a:r>
            <a:r>
              <a:rPr lang="en-US" dirty="0">
                <a:hlinkClick r:id="rId9"/>
              </a:rPr>
              <a:t>15:58:24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Testing Frameworks </a:t>
            </a:r>
            <a:r>
              <a:rPr lang="en-US" dirty="0">
                <a:hlinkClick r:id="rId10"/>
              </a:rPr>
              <a:t>17:36:30</a:t>
            </a:r>
            <a:r>
              <a:rPr lang="en-US" dirty="0"/>
              <a:t>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50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6723-3B4C-2BEF-AB47-A25F10ED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C3E0-0E03-7CE2-ADA2-66FBCC52F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17 Object-Oriented Programming </a:t>
            </a:r>
            <a:r>
              <a:rPr lang="en-US" dirty="0">
                <a:hlinkClick r:id="rId2"/>
              </a:rPr>
              <a:t>18:06:09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Classes </a:t>
            </a:r>
            <a:r>
              <a:rPr lang="en-US" dirty="0">
                <a:hlinkClick r:id="rId3"/>
              </a:rPr>
              <a:t>18:51:50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Inheritance </a:t>
            </a:r>
            <a:r>
              <a:rPr lang="en-US" dirty="0">
                <a:hlinkClick r:id="rId4"/>
              </a:rPr>
              <a:t>19:32:59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18 Intro to Backend, Callbacks, Async Await </a:t>
            </a:r>
            <a:r>
              <a:rPr lang="en-US" dirty="0">
                <a:hlinkClick r:id="rId5"/>
              </a:rPr>
              <a:t>20:30:57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Promises and fetch </a:t>
            </a:r>
            <a:r>
              <a:rPr lang="en-US" dirty="0">
                <a:hlinkClick r:id="rId6"/>
              </a:rPr>
              <a:t>21:12:47</a:t>
            </a:r>
            <a:endParaRPr lang="en-US" dirty="0"/>
          </a:p>
          <a:p>
            <a:pPr algn="ctr"/>
            <a:r>
              <a:rPr lang="en-US" dirty="0"/>
              <a:t> Async Await </a:t>
            </a:r>
            <a:r>
              <a:rPr lang="en-US" dirty="0">
                <a:hlinkClick r:id="rId7"/>
              </a:rPr>
              <a:t>22:14:09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Next steps after this course 22:15:56 </a:t>
            </a:r>
          </a:p>
          <a:p>
            <a:pPr algn="ct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70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947B-62DF-7ABA-6EA7-FBA53ECC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6" y="365126"/>
            <a:ext cx="10355424" cy="50262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ROADMAP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00C99C7-8836-8760-ACD0-3388E97FD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359678"/>
              </p:ext>
            </p:extLst>
          </p:nvPr>
        </p:nvGraphicFramePr>
        <p:xfrm>
          <a:off x="2528596" y="867748"/>
          <a:ext cx="8665029" cy="5449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8405">
                  <a:extLst>
                    <a:ext uri="{9D8B030D-6E8A-4147-A177-3AD203B41FA5}">
                      <a16:colId xmlns:a16="http://schemas.microsoft.com/office/drawing/2014/main" val="3506254319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682407492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3977183951"/>
                    </a:ext>
                  </a:extLst>
                </a:gridCol>
              </a:tblGrid>
              <a:tr h="3567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Contents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Date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Status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74483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Intro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18/11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664685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JavaScript Basics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4126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Numbers and Math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4728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510447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Strings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20/11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080932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HTML CSS Review consolelog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1322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3179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HTML CSS Review consolelog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21/11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DONE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76533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 Variables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53559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830380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Variables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24/11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152709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Booleans and IfStatements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3132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374994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Booleans and IfStatements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25/11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1851932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Functions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5311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234179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Functions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26/11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512706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Objects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3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2EEF08-61A5-CBE1-8865-21AC150BC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018470"/>
              </p:ext>
            </p:extLst>
          </p:nvPr>
        </p:nvGraphicFramePr>
        <p:xfrm>
          <a:off x="2239347" y="345233"/>
          <a:ext cx="9004041" cy="6267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3699">
                  <a:extLst>
                    <a:ext uri="{9D8B030D-6E8A-4147-A177-3AD203B41FA5}">
                      <a16:colId xmlns:a16="http://schemas.microsoft.com/office/drawing/2014/main" val="39676942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27882881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1587959234"/>
                    </a:ext>
                  </a:extLst>
                </a:gridCol>
              </a:tblGrid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Objects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28/11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8536132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Document Object Model DOM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834789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8389668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Document Object Model DOM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01/12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7381547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HTML CSS and JavaScript Together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857748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8696624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Arrays and Loops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02/12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DONE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9315061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3388976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Arrays and Loops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03/12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2265013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Part  Arrays and Loops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81167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4055341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Part  Arrays and Loops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05/12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6416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Advanced Functions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14960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6262576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Advanced Functions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08/12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u="none" strike="noStrike">
                        <a:effectLst/>
                      </a:endParaRPr>
                    </a:p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DONE</a:t>
                      </a:r>
                      <a:endParaRPr lang="en-IN" sz="1400" u="none" strike="noStrike" dirty="0">
                        <a:effectLst/>
                      </a:endParaRP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5731683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Part  Advanced Functions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93168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418695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Part  Advanced Functions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09/12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005686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Start the Amazon Project and Intro to Git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09729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8263343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Start the Amazon Project and Intro to Git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 10/12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3871429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7589407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Start the Amazon Project and Intro to Git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12/12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DONE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0271936"/>
                  </a:ext>
                </a:extLst>
              </a:tr>
              <a:tr h="2554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Modules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4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0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0BD49F-878E-F074-E086-4E36A5B6C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223675"/>
              </p:ext>
            </p:extLst>
          </p:nvPr>
        </p:nvGraphicFramePr>
        <p:xfrm>
          <a:off x="1738605" y="228600"/>
          <a:ext cx="8378887" cy="662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8249">
                  <a:extLst>
                    <a:ext uri="{9D8B030D-6E8A-4147-A177-3AD203B41FA5}">
                      <a16:colId xmlns:a16="http://schemas.microsoft.com/office/drawing/2014/main" val="129137146"/>
                    </a:ext>
                  </a:extLst>
                </a:gridCol>
                <a:gridCol w="1405319">
                  <a:extLst>
                    <a:ext uri="{9D8B030D-6E8A-4147-A177-3AD203B41FA5}">
                      <a16:colId xmlns:a16="http://schemas.microsoft.com/office/drawing/2014/main" val="3545468516"/>
                    </a:ext>
                  </a:extLst>
                </a:gridCol>
                <a:gridCol w="1405319">
                  <a:extLst>
                    <a:ext uri="{9D8B030D-6E8A-4147-A177-3AD203B41FA5}">
                      <a16:colId xmlns:a16="http://schemas.microsoft.com/office/drawing/2014/main" val="563622776"/>
                    </a:ext>
                  </a:extLst>
                </a:gridCol>
              </a:tblGrid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Modules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15/12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35025096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7392568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Modules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16/12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</a:p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7867571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External Libraries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050447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8464987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External Libraries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  17/12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1937317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3747979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External Libraries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19/12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326464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Testing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0708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5123125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Testing Frameworks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22/12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2305446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4933513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Testing Frameworks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23/12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835234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5040005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err="1">
                          <a:effectLst/>
                        </a:rPr>
                        <a:t>ObjectOriented</a:t>
                      </a:r>
                      <a:r>
                        <a:rPr lang="en-IN" sz="1400" u="none" strike="noStrike" dirty="0">
                          <a:effectLst/>
                        </a:rPr>
                        <a:t> Programming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  24/12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3885643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561919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Classes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  26/12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0087268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1802855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Inheritance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  29/12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             DONE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3887171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5574665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Intro to Backend Callbacks Async Await 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          30/12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             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5973087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080679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Intro to Backend Callbacks Async Await 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31/12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5386520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Promises and fetch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19256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497497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Promises and fetch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02/01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9548810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Async Await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0905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25485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Async Await 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05/01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012815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Next steps after this course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117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52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413A-45DF-5CD4-3381-8CBFF0DC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Practiss</a:t>
            </a:r>
            <a:r>
              <a:rPr lang="en-IN" dirty="0"/>
              <a:t> the exercises 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2294E-5AC1-5FA3-AC68-9CEFA8EE3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14044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0AE04-9409-AE0A-697C-100B8F608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46" y="718458"/>
            <a:ext cx="9256140" cy="5206579"/>
          </a:xfrm>
        </p:spPr>
      </p:pic>
    </p:spTree>
    <p:extLst>
      <p:ext uri="{BB962C8B-B14F-4D97-AF65-F5344CB8AC3E}">
        <p14:creationId xmlns:p14="http://schemas.microsoft.com/office/powerpoint/2010/main" val="424090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B1EC6-A9F1-A0BC-F165-E7707567C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283" y="559837"/>
            <a:ext cx="9654247" cy="5430514"/>
          </a:xfrm>
        </p:spPr>
      </p:pic>
    </p:spTree>
    <p:extLst>
      <p:ext uri="{BB962C8B-B14F-4D97-AF65-F5344CB8AC3E}">
        <p14:creationId xmlns:p14="http://schemas.microsoft.com/office/powerpoint/2010/main" val="212224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457</Words>
  <Application>Microsoft Office PowerPoint</Application>
  <PresentationFormat>Widescreen</PresentationFormat>
  <Paragraphs>232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Office Theme</vt:lpstr>
      <vt:lpstr>CONTENTS</vt:lpstr>
      <vt:lpstr>CONTENTS</vt:lpstr>
      <vt:lpstr>CONTENTS</vt:lpstr>
      <vt:lpstr>ROADMAP</vt:lpstr>
      <vt:lpstr>PowerPoint Presentation</vt:lpstr>
      <vt:lpstr>PowerPoint Presentation</vt:lpstr>
      <vt:lpstr>Practiss the exercises in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 Paul Chirayath Shaju</dc:creator>
  <cp:lastModifiedBy>Glen Paul Chirayath Shaju</cp:lastModifiedBy>
  <cp:revision>28</cp:revision>
  <dcterms:created xsi:type="dcterms:W3CDTF">2025-09-08T10:21:50Z</dcterms:created>
  <dcterms:modified xsi:type="dcterms:W3CDTF">2026-01-04T10:41:50Z</dcterms:modified>
</cp:coreProperties>
</file>