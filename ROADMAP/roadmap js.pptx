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282135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793266"/>
              </p:ext>
            </p:extLst>
          </p:nvPr>
        </p:nvGraphicFramePr>
        <p:xfrm>
          <a:off x="2239347" y="345233"/>
          <a:ext cx="9004041" cy="6130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430</Words>
  <Application>Microsoft Office PowerPoint</Application>
  <PresentationFormat>Widescreen</PresentationFormat>
  <Paragraphs>218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7</cp:revision>
  <dcterms:created xsi:type="dcterms:W3CDTF">2025-09-08T10:21:50Z</dcterms:created>
  <dcterms:modified xsi:type="dcterms:W3CDTF">2025-11-17T10:00:15Z</dcterms:modified>
</cp:coreProperties>
</file>