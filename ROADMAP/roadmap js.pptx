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0018470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35923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Classes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455</Words>
  <Application>Microsoft Office PowerPoint</Application>
  <PresentationFormat>Widescreen</PresentationFormat>
  <Paragraphs>232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26</cp:revision>
  <dcterms:created xsi:type="dcterms:W3CDTF">2025-09-08T10:21:50Z</dcterms:created>
  <dcterms:modified xsi:type="dcterms:W3CDTF">2026-01-01T21:56:49Z</dcterms:modified>
</cp:coreProperties>
</file>