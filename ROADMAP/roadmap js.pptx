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09-12-2025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359678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231267"/>
              </p:ext>
            </p:extLst>
          </p:nvPr>
        </p:nvGraphicFramePr>
        <p:xfrm>
          <a:off x="2239347" y="345233"/>
          <a:ext cx="9004041" cy="6267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u="none" strike="noStrike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  <a:endParaRPr lang="en-IN" sz="1400" u="none" strike="noStrike" dirty="0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0239281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Classes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413A-45DF-5CD4-3381-8CBFF0DC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Practiss</a:t>
            </a:r>
            <a:r>
              <a:rPr lang="en-IN" dirty="0"/>
              <a:t> the exercises in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F2294E-5AC1-5FA3-AC68-9CEFA8EE3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14044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60AE04-9409-AE0A-697C-100B8F608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6" y="718458"/>
            <a:ext cx="9256140" cy="5206579"/>
          </a:xfrm>
        </p:spPr>
      </p:pic>
    </p:spTree>
    <p:extLst>
      <p:ext uri="{BB962C8B-B14F-4D97-AF65-F5344CB8AC3E}">
        <p14:creationId xmlns:p14="http://schemas.microsoft.com/office/powerpoint/2010/main" val="424090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B1EC6-A9F1-A0BC-F165-E7707567C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283" y="559837"/>
            <a:ext cx="9654247" cy="5430514"/>
          </a:xfrm>
        </p:spPr>
      </p:pic>
    </p:spTree>
    <p:extLst>
      <p:ext uri="{BB962C8B-B14F-4D97-AF65-F5344CB8AC3E}">
        <p14:creationId xmlns:p14="http://schemas.microsoft.com/office/powerpoint/2010/main" val="21222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</TotalTime>
  <Words>445</Words>
  <Application>Microsoft Office PowerPoint</Application>
  <PresentationFormat>Widescreen</PresentationFormat>
  <Paragraphs>230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  <vt:lpstr>Practiss the exercises 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18</cp:revision>
  <dcterms:created xsi:type="dcterms:W3CDTF">2025-09-08T10:21:50Z</dcterms:created>
  <dcterms:modified xsi:type="dcterms:W3CDTF">2025-12-09T22:30:41Z</dcterms:modified>
</cp:coreProperties>
</file>