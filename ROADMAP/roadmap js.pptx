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17-12-2025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0018470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1884905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895</TotalTime>
  <Words>450</Words>
  <Application>Microsoft Office PowerPoint</Application>
  <PresentationFormat>Widescreen</PresentationFormat>
  <Paragraphs>232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23</cp:revision>
  <dcterms:created xsi:type="dcterms:W3CDTF">2025-09-08T10:21:50Z</dcterms:created>
  <dcterms:modified xsi:type="dcterms:W3CDTF">2025-12-17T11:35:32Z</dcterms:modified>
</cp:coreProperties>
</file>