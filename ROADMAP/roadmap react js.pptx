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TtPXvEcE11E&amp;t=22199s" TargetMode="External"/><Relationship Id="rId3" Type="http://schemas.openxmlformats.org/officeDocument/2006/relationships/hyperlink" Target="https://www.youtube.com/watch?v=TtPXvEcE11E&amp;t=2416s" TargetMode="External"/><Relationship Id="rId7" Type="http://schemas.openxmlformats.org/officeDocument/2006/relationships/hyperlink" Target="https://www.youtube.com/watch?v=TtPXvEcE11E&amp;t=17969s" TargetMode="External"/><Relationship Id="rId2" Type="http://schemas.openxmlformats.org/officeDocument/2006/relationships/hyperlink" Target="https://www.youtube.com/watch?v=TtPXvEcE11E&amp;t=80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TtPXvEcE11E&amp;t=13729s" TargetMode="External"/><Relationship Id="rId5" Type="http://schemas.openxmlformats.org/officeDocument/2006/relationships/hyperlink" Target="https://www.youtube.com/watch?v=TtPXvEcE11E&amp;t=9761s" TargetMode="External"/><Relationship Id="rId4" Type="http://schemas.openxmlformats.org/officeDocument/2006/relationships/hyperlink" Target="https://www.youtube.com/watch?v=TtPXvEcE11E&amp;t=5809s" TargetMode="External"/><Relationship Id="rId9" Type="http://schemas.openxmlformats.org/officeDocument/2006/relationships/hyperlink" Target="https://www.youtube.com/watch?v=TtPXvEcE11E&amp;t=28858s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TtPXvEcE11E&amp;t=35431s" TargetMode="External"/><Relationship Id="rId7" Type="http://schemas.openxmlformats.org/officeDocument/2006/relationships/hyperlink" Target="https://www.youtube.com/watch?v=TtPXvEcE11E&amp;t=41469s" TargetMode="External"/><Relationship Id="rId2" Type="http://schemas.openxmlformats.org/officeDocument/2006/relationships/hyperlink" Target="https://www.youtube.com/watch?v=TtPXvEcE11E&amp;t=31810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TtPXvEcE11E&amp;t=41052s" TargetMode="External"/><Relationship Id="rId5" Type="http://schemas.openxmlformats.org/officeDocument/2006/relationships/hyperlink" Target="https://www.youtube.com/watch?v=TtPXvEcE11E&amp;t=39013s" TargetMode="External"/><Relationship Id="rId4" Type="http://schemas.openxmlformats.org/officeDocument/2006/relationships/hyperlink" Target="https://www.youtube.com/watch?v=TtPXvEcE11E&amp;t=38466s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Intro </a:t>
            </a:r>
            <a:r>
              <a:rPr lang="en-US" dirty="0">
                <a:hlinkClick r:id="rId2"/>
              </a:rPr>
              <a:t>1:20</a:t>
            </a:r>
            <a:r>
              <a:rPr lang="en-US" dirty="0"/>
              <a:t> </a:t>
            </a:r>
          </a:p>
          <a:p>
            <a:r>
              <a:rPr lang="en-US" dirty="0"/>
              <a:t>React Basics, JSX </a:t>
            </a:r>
            <a:r>
              <a:rPr lang="en-US" dirty="0">
                <a:hlinkClick r:id="rId3"/>
              </a:rPr>
              <a:t>40:16</a:t>
            </a:r>
            <a:r>
              <a:rPr lang="en-US" dirty="0"/>
              <a:t> </a:t>
            </a:r>
          </a:p>
          <a:p>
            <a:r>
              <a:rPr lang="en-US" dirty="0"/>
              <a:t> Components, Props, Start the Chatbot Project </a:t>
            </a:r>
            <a:r>
              <a:rPr lang="en-US" dirty="0">
                <a:hlinkClick r:id="rId4"/>
              </a:rPr>
              <a:t>1:36:49</a:t>
            </a:r>
            <a:r>
              <a:rPr lang="en-US" dirty="0"/>
              <a:t> </a:t>
            </a:r>
          </a:p>
          <a:p>
            <a:r>
              <a:rPr lang="en-US" dirty="0"/>
              <a:t>State, Event Handlers, Chatbot Project Features </a:t>
            </a:r>
            <a:r>
              <a:rPr lang="en-US" dirty="0">
                <a:hlinkClick r:id="rId5"/>
              </a:rPr>
              <a:t>2:42:41</a:t>
            </a:r>
            <a:r>
              <a:rPr lang="en-US" dirty="0"/>
              <a:t> </a:t>
            </a:r>
          </a:p>
          <a:p>
            <a:r>
              <a:rPr lang="en-US" dirty="0"/>
              <a:t>CSS with React, Hooks, Finish Chatbot Project </a:t>
            </a:r>
            <a:r>
              <a:rPr lang="en-US" dirty="0">
                <a:hlinkClick r:id="rId6"/>
              </a:rPr>
              <a:t>3:48:49</a:t>
            </a:r>
            <a:r>
              <a:rPr lang="en-US" dirty="0"/>
              <a:t> </a:t>
            </a:r>
          </a:p>
          <a:p>
            <a:r>
              <a:rPr lang="en-US" dirty="0"/>
              <a:t>Proper React Setup with Vite </a:t>
            </a:r>
            <a:r>
              <a:rPr lang="en-US" dirty="0">
                <a:hlinkClick r:id="rId7"/>
              </a:rPr>
              <a:t>4:59:29</a:t>
            </a:r>
            <a:r>
              <a:rPr lang="en-US" dirty="0"/>
              <a:t> </a:t>
            </a:r>
          </a:p>
          <a:p>
            <a:r>
              <a:rPr lang="en-US" dirty="0"/>
              <a:t>React Router, Git, Start the Ecommerce Project </a:t>
            </a:r>
            <a:r>
              <a:rPr lang="en-US" dirty="0">
                <a:hlinkClick r:id="rId8"/>
              </a:rPr>
              <a:t>6:09:59</a:t>
            </a:r>
            <a:r>
              <a:rPr lang="en-US" dirty="0"/>
              <a:t> </a:t>
            </a:r>
          </a:p>
          <a:p>
            <a:r>
              <a:rPr lang="en-US" dirty="0"/>
              <a:t>React with Backend, Data Fetching, Load Ecommerce Project Data </a:t>
            </a:r>
            <a:r>
              <a:rPr lang="en-US" dirty="0">
                <a:hlinkClick r:id="rId9"/>
              </a:rPr>
              <a:t>8:00:58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Data Mutation, Update Ecommerce Project Data </a:t>
            </a:r>
            <a:r>
              <a:rPr lang="en-US" dirty="0">
                <a:hlinkClick r:id="rId2"/>
              </a:rPr>
              <a:t>8:50:10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Automated Tests in React with </a:t>
            </a:r>
            <a:r>
              <a:rPr lang="en-US" dirty="0" err="1"/>
              <a:t>Vitest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9:50:31</a:t>
            </a:r>
            <a:r>
              <a:rPr lang="en-US" dirty="0"/>
              <a:t> </a:t>
            </a:r>
          </a:p>
          <a:p>
            <a:pPr lvl="1" algn="ctr"/>
            <a:r>
              <a:rPr lang="en-US" dirty="0"/>
              <a:t>Deploy React to the Internet, Intro to AWS </a:t>
            </a:r>
            <a:r>
              <a:rPr lang="en-US" dirty="0">
                <a:hlinkClick r:id="rId4"/>
              </a:rPr>
              <a:t>10:41:06</a:t>
            </a:r>
            <a:endParaRPr lang="en-US" dirty="0"/>
          </a:p>
          <a:p>
            <a:pPr algn="ctr"/>
            <a:r>
              <a:rPr lang="en-US" dirty="0"/>
              <a:t> React 19 Updates </a:t>
            </a:r>
            <a:r>
              <a:rPr lang="en-US" dirty="0">
                <a:hlinkClick r:id="rId5"/>
              </a:rPr>
              <a:t>10:50:13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TypeScript with React </a:t>
            </a:r>
            <a:r>
              <a:rPr lang="en-US" dirty="0">
                <a:hlinkClick r:id="rId6"/>
              </a:rPr>
              <a:t>11:24:12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AI with React </a:t>
            </a:r>
            <a:r>
              <a:rPr lang="en-US" dirty="0">
                <a:hlinkClick r:id="rId7"/>
              </a:rPr>
              <a:t>11:31:09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Conclusion and Next Steps</a:t>
            </a:r>
          </a:p>
          <a:p>
            <a:pPr algn="ctr"/>
            <a:r>
              <a:rPr lang="en-US" dirty="0"/>
              <a:t>Start the project using </a:t>
            </a:r>
            <a:r>
              <a:rPr lang="en-US" dirty="0" err="1"/>
              <a:t>npx</a:t>
            </a:r>
            <a:r>
              <a:rPr lang="en-US" dirty="0"/>
              <a:t> </a:t>
            </a:r>
            <a:r>
              <a:rPr lang="en-US" dirty="0">
                <a:highlight>
                  <a:srgbClr val="FFFF00"/>
                </a:highlight>
              </a:rPr>
              <a:t>create-vite@6.5.0</a:t>
            </a:r>
            <a:endParaRPr lang="en-I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8924530"/>
              </p:ext>
            </p:extLst>
          </p:nvPr>
        </p:nvGraphicFramePr>
        <p:xfrm>
          <a:off x="2453952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08/01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React Basics  JSX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r>
                        <a:rPr lang="en-US" sz="1400" dirty="0"/>
                        <a:t>Components, Props, Start the Chatbot Project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09/01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r>
                        <a:rPr lang="en-US" sz="1400" dirty="0"/>
                        <a:t>State, Event Handlers, Chatbot Project Features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12/01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r>
                        <a:rPr lang="en-US" sz="1400" dirty="0"/>
                        <a:t>State, Event Handlers, Chatbot Project Features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13/01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CSS with React, Hooks, Finish Chatbot Project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CSS with React, Hooks, Finish Chatbot Project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14/01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Proper React Setup with Vite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04/03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2011400"/>
              </p:ext>
            </p:extLst>
          </p:nvPr>
        </p:nvGraphicFramePr>
        <p:xfrm>
          <a:off x="2127380" y="140970"/>
          <a:ext cx="9004041" cy="656092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Proper React Setup with Vite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06/03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Router, Git, Start the Ecommerce Project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Router, Git, Start the Ecommerce Project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07/03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41893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Router, Git, Start the Ecommerce Project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React with Backend, Data Fetching, Load Ecommerce Project Data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09/03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with Backend, Data Fetching, Load Ecommerce Project Data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10/03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with Backend, Data Fetching, Load Ecommerce Project Data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11/03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Data Mutation, Update Ecommerce Project Data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Data Mutation, Update Ecommerce Project Data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13/03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41158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Automated Tests in React with </a:t>
                      </a:r>
                      <a:r>
                        <a:rPr lang="en-US" sz="1400" dirty="0" err="1"/>
                        <a:t>Vitest</a:t>
                      </a:r>
                      <a:r>
                        <a:rPr lang="en-US" sz="1400" dirty="0"/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Deploy React to the Internet, Intro to AWS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14/03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830517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Deploy React to the Internet, Intro to AWS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React 19 Updates 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TypeScript with React </a:t>
                      </a:r>
                      <a:br>
                        <a:rPr lang="en-US" sz="1400" dirty="0"/>
                      </a:b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             16/03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41893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TypeScript with React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AI with React 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17/03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Conclusion and next steps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991</TotalTime>
  <Words>335</Words>
  <Application>Microsoft Office PowerPoint</Application>
  <PresentationFormat>Widescreen</PresentationFormat>
  <Paragraphs>77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Aptos Narrow</vt:lpstr>
      <vt:lpstr>Arial</vt:lpstr>
      <vt:lpstr>Office Theme</vt:lpstr>
      <vt:lpstr>CONTENTS</vt:lpstr>
      <vt:lpstr>CONTENTS</vt:lpstr>
      <vt:lpstr>ROADMAP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35</cp:revision>
  <dcterms:created xsi:type="dcterms:W3CDTF">2025-09-08T10:21:50Z</dcterms:created>
  <dcterms:modified xsi:type="dcterms:W3CDTF">2026-03-07T07:02:13Z</dcterms:modified>
</cp:coreProperties>
</file>